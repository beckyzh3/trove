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Trove is a digital travel journal that turns a trip into an organized, good-looking story automatically. Users are able to upload photos, write notes, tag locations, and arrange them in a scrapbook designated to a specific trip. These scrapbooks can be kept personally or shared with friends and other travelers who may be looking for inspiration. Each user will have their own library of scrapbooks with saved memories from trips to look back 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TARGET AUDIENCE People who travel and want to remember it well without the manual cleanup. </a:t>
            </a:r>
            <a:endParaRPr/>
          </a:p>
          <a:p>
            <a:pPr indent="-298450" lvl="0" marL="457200" rtl="0" algn="l">
              <a:spcBef>
                <a:spcPts val="0"/>
              </a:spcBef>
              <a:spcAft>
                <a:spcPts val="0"/>
              </a:spcAft>
              <a:buSzPts val="1100"/>
              <a:buChar char="-"/>
            </a:pPr>
            <a:r>
              <a:rPr lang="en"/>
              <a:t>Frequent travelers &amp; backpackers</a:t>
            </a:r>
            <a:endParaRPr/>
          </a:p>
          <a:p>
            <a:pPr indent="-298450" lvl="0" marL="457200" rtl="0" algn="l">
              <a:spcBef>
                <a:spcPts val="0"/>
              </a:spcBef>
              <a:spcAft>
                <a:spcPts val="0"/>
              </a:spcAft>
              <a:buSzPts val="1100"/>
              <a:buChar char="-"/>
            </a:pPr>
            <a:r>
              <a:rPr lang="en"/>
              <a:t>Journalers &amp; scrapbookers</a:t>
            </a:r>
            <a:endParaRPr/>
          </a:p>
          <a:p>
            <a:pPr indent="-298450" lvl="0" marL="457200" rtl="0" algn="l">
              <a:spcBef>
                <a:spcPts val="0"/>
              </a:spcBef>
              <a:spcAft>
                <a:spcPts val="0"/>
              </a:spcAft>
              <a:buSzPts val="1100"/>
              <a:buChar char="-"/>
            </a:pPr>
            <a:r>
              <a:rPr lang="en"/>
              <a:t>Friend groups and couples</a:t>
            </a:r>
            <a:endParaRPr/>
          </a:p>
          <a:p>
            <a:pPr indent="-298450" lvl="0" marL="457200" rtl="0" algn="l">
              <a:spcBef>
                <a:spcPts val="0"/>
              </a:spcBef>
              <a:spcAft>
                <a:spcPts val="0"/>
              </a:spcAft>
              <a:buSzPts val="1100"/>
              <a:buChar char="-"/>
            </a:pPr>
            <a:r>
              <a:rPr lang="en"/>
              <a:t>Casual trip-takers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problem :</a:t>
            </a:r>
            <a:endParaRPr/>
          </a:p>
          <a:p>
            <a:pPr indent="0" lvl="0" marL="0" rtl="0" algn="l">
              <a:spcBef>
                <a:spcPts val="0"/>
              </a:spcBef>
              <a:spcAft>
                <a:spcPts val="0"/>
              </a:spcAft>
              <a:buNone/>
            </a:pPr>
            <a:r>
              <a:rPr lang="en"/>
              <a:t>After a trip, photos sit unsorted in the camera roll and notes get scattered. The memories effectively get lost. Existing tools fall short Photo galleries don't tell a story, note apps don't map places, and map apps don't hold memories. Trove fills the niche One place that auto-maps your photos, captures notes &amp; voice, and packages it as a journal you can share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e2d85663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e2d85663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Trove is a digital travel journal that turns a trip into an organized, good-looking story automatically. Users are able to upload photos, write notes, tag locations, and arrange them in a scrapbook designated to a specific trip. These scrapbooks can be kept personally or shared with friends and other travelers who may be looking for inspiration. Each user will have their own library of scrapbooks with saved memories from trips to look back 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TARGET AUDIENCE People who travel and want to remember it well without the manual cleanup. </a:t>
            </a:r>
            <a:endParaRPr/>
          </a:p>
          <a:p>
            <a:pPr indent="-298450" lvl="0" marL="457200" rtl="0" algn="l">
              <a:spcBef>
                <a:spcPts val="0"/>
              </a:spcBef>
              <a:spcAft>
                <a:spcPts val="0"/>
              </a:spcAft>
              <a:buSzPts val="1100"/>
              <a:buChar char="-"/>
            </a:pPr>
            <a:r>
              <a:rPr lang="en"/>
              <a:t>Frequent travelers &amp; backpackers</a:t>
            </a:r>
            <a:endParaRPr/>
          </a:p>
          <a:p>
            <a:pPr indent="-298450" lvl="0" marL="457200" rtl="0" algn="l">
              <a:spcBef>
                <a:spcPts val="0"/>
              </a:spcBef>
              <a:spcAft>
                <a:spcPts val="0"/>
              </a:spcAft>
              <a:buSzPts val="1100"/>
              <a:buChar char="-"/>
            </a:pPr>
            <a:r>
              <a:rPr lang="en"/>
              <a:t>Journalers &amp; scrapbookers</a:t>
            </a:r>
            <a:endParaRPr/>
          </a:p>
          <a:p>
            <a:pPr indent="-298450" lvl="0" marL="457200" rtl="0" algn="l">
              <a:spcBef>
                <a:spcPts val="0"/>
              </a:spcBef>
              <a:spcAft>
                <a:spcPts val="0"/>
              </a:spcAft>
              <a:buSzPts val="1100"/>
              <a:buChar char="-"/>
            </a:pPr>
            <a:r>
              <a:rPr lang="en"/>
              <a:t>Friend groups and couples</a:t>
            </a:r>
            <a:endParaRPr/>
          </a:p>
          <a:p>
            <a:pPr indent="-298450" lvl="0" marL="457200" rtl="0" algn="l">
              <a:spcBef>
                <a:spcPts val="0"/>
              </a:spcBef>
              <a:spcAft>
                <a:spcPts val="0"/>
              </a:spcAft>
              <a:buSzPts val="1100"/>
              <a:buChar char="-"/>
            </a:pPr>
            <a:r>
              <a:rPr lang="en"/>
              <a:t>Casual trip-takers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problem :</a:t>
            </a:r>
            <a:endParaRPr/>
          </a:p>
          <a:p>
            <a:pPr indent="0" lvl="0" marL="0" rtl="0" algn="l">
              <a:spcBef>
                <a:spcPts val="0"/>
              </a:spcBef>
              <a:spcAft>
                <a:spcPts val="0"/>
              </a:spcAft>
              <a:buNone/>
            </a:pPr>
            <a:r>
              <a:rPr lang="en"/>
              <a:t>After a trip, photos sit unsorted in the camera roll and notes get scattered. The memories effectively get lost. Existing tools fall short Photo galleries don't tell a story, note apps don't map places, and map apps don't hold memories. Trove fills the niche One place that auto-maps your photos, captures notes &amp; voice, and packages it as a journal you can share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e2d85663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e2d85663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e2d85663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e2d85663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e2d85663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e2d85663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e2d85663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ee2d85663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e2d85663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e2d85663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e2d85663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e2d85663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ee2d85663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ee2d85663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e311e74c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e311e74c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e2d85663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e2d85663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github.com/beckyzh3/Trov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D35400"/>
                </a:solidFill>
                <a:latin typeface="Georgia"/>
                <a:ea typeface="Georgia"/>
                <a:cs typeface="Georgia"/>
                <a:sym typeface="Georgia"/>
              </a:rPr>
              <a:t>t</a:t>
            </a:r>
            <a:r>
              <a:rPr b="1" lang="en">
                <a:solidFill>
                  <a:srgbClr val="D35400"/>
                </a:solidFill>
                <a:latin typeface="Georgia"/>
                <a:ea typeface="Georgia"/>
                <a:cs typeface="Georgia"/>
                <a:sym typeface="Georgia"/>
              </a:rPr>
              <a:t>rove</a:t>
            </a:r>
            <a:endParaRPr b="1">
              <a:solidFill>
                <a:srgbClr val="D35400"/>
              </a:solidFill>
              <a:latin typeface="Georgia"/>
              <a:ea typeface="Georgia"/>
              <a:cs typeface="Georgia"/>
              <a:sym typeface="Georgia"/>
            </a:endParaRPr>
          </a:p>
        </p:txBody>
      </p:sp>
      <p:sp>
        <p:nvSpPr>
          <p:cNvPr id="55" name="Google Shape;55;p13"/>
          <p:cNvSpPr txBox="1"/>
          <p:nvPr>
            <p:ph idx="1" type="subTitle"/>
          </p:nvPr>
        </p:nvSpPr>
        <p:spPr>
          <a:xfrm>
            <a:off x="1204525" y="2797175"/>
            <a:ext cx="7158300" cy="6072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solidFill>
                  <a:srgbClr val="8D6E63"/>
                </a:solidFill>
              </a:rPr>
              <a:t>Maptrips. Save memories. Share stories. </a:t>
            </a:r>
            <a:endParaRPr>
              <a:solidFill>
                <a:srgbClr val="8D6E6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D35400"/>
                </a:solidFill>
                <a:latin typeface="Georgia"/>
                <a:ea typeface="Georgia"/>
                <a:cs typeface="Georgia"/>
                <a:sym typeface="Georgia"/>
              </a:rPr>
              <a:t>git link</a:t>
            </a:r>
            <a:endParaRPr b="1">
              <a:solidFill>
                <a:srgbClr val="D35400"/>
              </a:solidFill>
              <a:latin typeface="Georgia"/>
              <a:ea typeface="Georgia"/>
              <a:cs typeface="Georgia"/>
              <a:sym typeface="Georgia"/>
            </a:endParaRPr>
          </a:p>
        </p:txBody>
      </p:sp>
      <p:sp>
        <p:nvSpPr>
          <p:cNvPr id="61" name="Google Shape;61;p14"/>
          <p:cNvSpPr txBox="1"/>
          <p:nvPr>
            <p:ph idx="1" type="subTitle"/>
          </p:nvPr>
        </p:nvSpPr>
        <p:spPr>
          <a:xfrm>
            <a:off x="1204525" y="2797175"/>
            <a:ext cx="7158300" cy="607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100" u="sng">
                <a:solidFill>
                  <a:schemeClr val="hlink"/>
                </a:solidFill>
                <a:hlinkClick r:id="rId3"/>
              </a:rPr>
              <a:t>beckyzh3/Trove</a:t>
            </a:r>
            <a:r>
              <a:rPr lang="en" sz="1100">
                <a:solidFill>
                  <a:schemeClr val="dk1"/>
                </a:solidFill>
              </a:rPr>
              <a:t> </a:t>
            </a:r>
            <a:endParaRPr>
              <a:solidFill>
                <a:srgbClr val="8D6E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2684148" y="1169102"/>
            <a:ext cx="1826267" cy="3746350"/>
          </a:xfrm>
          <a:prstGeom prst="rect">
            <a:avLst/>
          </a:prstGeom>
          <a:noFill/>
          <a:ln>
            <a:noFill/>
          </a:ln>
        </p:spPr>
      </p:pic>
      <p:pic>
        <p:nvPicPr>
          <p:cNvPr id="67" name="Google Shape;67;p15"/>
          <p:cNvPicPr preferRelativeResize="0"/>
          <p:nvPr/>
        </p:nvPicPr>
        <p:blipFill>
          <a:blip r:embed="rId4">
            <a:alphaModFix/>
          </a:blip>
          <a:stretch>
            <a:fillRect/>
          </a:stretch>
        </p:blipFill>
        <p:spPr>
          <a:xfrm>
            <a:off x="4659999" y="1169098"/>
            <a:ext cx="1758619" cy="3746354"/>
          </a:xfrm>
          <a:prstGeom prst="rect">
            <a:avLst/>
          </a:prstGeom>
          <a:noFill/>
          <a:ln>
            <a:noFill/>
          </a:ln>
        </p:spPr>
      </p:pic>
      <p:pic>
        <p:nvPicPr>
          <p:cNvPr id="68" name="Google Shape;68;p15"/>
          <p:cNvPicPr preferRelativeResize="0"/>
          <p:nvPr/>
        </p:nvPicPr>
        <p:blipFill>
          <a:blip r:embed="rId5">
            <a:alphaModFix/>
          </a:blip>
          <a:stretch>
            <a:fillRect/>
          </a:stretch>
        </p:blipFill>
        <p:spPr>
          <a:xfrm>
            <a:off x="6568192" y="1169101"/>
            <a:ext cx="1799848" cy="3746351"/>
          </a:xfrm>
          <a:prstGeom prst="rect">
            <a:avLst/>
          </a:prstGeom>
          <a:noFill/>
          <a:ln>
            <a:noFill/>
          </a:ln>
        </p:spPr>
      </p:pic>
      <p:pic>
        <p:nvPicPr>
          <p:cNvPr id="69" name="Google Shape;69;p15"/>
          <p:cNvPicPr preferRelativeResize="0"/>
          <p:nvPr/>
        </p:nvPicPr>
        <p:blipFill rotWithShape="1">
          <a:blip r:embed="rId6">
            <a:alphaModFix/>
          </a:blip>
          <a:srcRect b="0" l="8524" r="6239" t="0"/>
          <a:stretch/>
        </p:blipFill>
        <p:spPr>
          <a:xfrm>
            <a:off x="775950" y="1168373"/>
            <a:ext cx="1758625" cy="3747801"/>
          </a:xfrm>
          <a:prstGeom prst="rect">
            <a:avLst/>
          </a:prstGeom>
          <a:noFill/>
          <a:ln>
            <a:noFill/>
          </a:ln>
        </p:spPr>
      </p:pic>
      <p:sp>
        <p:nvSpPr>
          <p:cNvPr id="70" name="Google Shape;70;p15"/>
          <p:cNvSpPr txBox="1"/>
          <p:nvPr/>
        </p:nvSpPr>
        <p:spPr>
          <a:xfrm>
            <a:off x="3209350" y="440500"/>
            <a:ext cx="280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Sign-in with Google</a:t>
            </a:r>
            <a:endParaRPr b="1" sz="2000">
              <a:solidFill>
                <a:srgbClr val="D35400"/>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74" name="Shape 74"/>
        <p:cNvGrpSpPr/>
        <p:nvPr/>
      </p:nvGrpSpPr>
      <p:grpSpPr>
        <a:xfrm>
          <a:off x="0" y="0"/>
          <a:ext cx="0" cy="0"/>
          <a:chOff x="0" y="0"/>
          <a:chExt cx="0" cy="0"/>
        </a:xfrm>
      </p:grpSpPr>
      <p:pic>
        <p:nvPicPr>
          <p:cNvPr id="75" name="Google Shape;75;p16"/>
          <p:cNvPicPr preferRelativeResize="0"/>
          <p:nvPr/>
        </p:nvPicPr>
        <p:blipFill>
          <a:blip r:embed="rId3">
            <a:alphaModFix/>
          </a:blip>
          <a:stretch>
            <a:fillRect/>
          </a:stretch>
        </p:blipFill>
        <p:spPr>
          <a:xfrm>
            <a:off x="291554" y="739200"/>
            <a:ext cx="2045076" cy="4098349"/>
          </a:xfrm>
          <a:prstGeom prst="rect">
            <a:avLst/>
          </a:prstGeom>
          <a:noFill/>
          <a:ln>
            <a:noFill/>
          </a:ln>
        </p:spPr>
      </p:pic>
      <p:pic>
        <p:nvPicPr>
          <p:cNvPr id="76" name="Google Shape;76;p16"/>
          <p:cNvPicPr preferRelativeResize="0"/>
          <p:nvPr/>
        </p:nvPicPr>
        <p:blipFill>
          <a:blip r:embed="rId4">
            <a:alphaModFix/>
          </a:blip>
          <a:stretch>
            <a:fillRect/>
          </a:stretch>
        </p:blipFill>
        <p:spPr>
          <a:xfrm>
            <a:off x="4454737" y="739200"/>
            <a:ext cx="1990902" cy="4098350"/>
          </a:xfrm>
          <a:prstGeom prst="rect">
            <a:avLst/>
          </a:prstGeom>
          <a:noFill/>
          <a:ln>
            <a:noFill/>
          </a:ln>
        </p:spPr>
      </p:pic>
      <p:pic>
        <p:nvPicPr>
          <p:cNvPr id="77" name="Google Shape;77;p16"/>
          <p:cNvPicPr preferRelativeResize="0"/>
          <p:nvPr/>
        </p:nvPicPr>
        <p:blipFill>
          <a:blip r:embed="rId5">
            <a:alphaModFix/>
          </a:blip>
          <a:stretch>
            <a:fillRect/>
          </a:stretch>
        </p:blipFill>
        <p:spPr>
          <a:xfrm>
            <a:off x="2474925" y="739200"/>
            <a:ext cx="1884069" cy="4098350"/>
          </a:xfrm>
          <a:prstGeom prst="rect">
            <a:avLst/>
          </a:prstGeom>
          <a:noFill/>
          <a:ln>
            <a:noFill/>
          </a:ln>
        </p:spPr>
      </p:pic>
      <p:pic>
        <p:nvPicPr>
          <p:cNvPr id="78" name="Google Shape;78;p16"/>
          <p:cNvPicPr preferRelativeResize="0"/>
          <p:nvPr/>
        </p:nvPicPr>
        <p:blipFill>
          <a:blip r:embed="rId6">
            <a:alphaModFix/>
          </a:blip>
          <a:stretch>
            <a:fillRect/>
          </a:stretch>
        </p:blipFill>
        <p:spPr>
          <a:xfrm>
            <a:off x="6541375" y="729493"/>
            <a:ext cx="1884075" cy="4117757"/>
          </a:xfrm>
          <a:prstGeom prst="rect">
            <a:avLst/>
          </a:prstGeom>
          <a:noFill/>
          <a:ln>
            <a:noFill/>
          </a:ln>
        </p:spPr>
      </p:pic>
      <p:sp>
        <p:nvSpPr>
          <p:cNvPr id="79" name="Google Shape;79;p16"/>
          <p:cNvSpPr txBox="1"/>
          <p:nvPr/>
        </p:nvSpPr>
        <p:spPr>
          <a:xfrm>
            <a:off x="3576600" y="143950"/>
            <a:ext cx="1990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Main Screens</a:t>
            </a:r>
            <a:endParaRPr b="1" sz="2000">
              <a:solidFill>
                <a:srgbClr val="D35400"/>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83" name="Shape 83"/>
        <p:cNvGrpSpPr/>
        <p:nvPr/>
      </p:nvGrpSpPr>
      <p:grpSpPr>
        <a:xfrm>
          <a:off x="0" y="0"/>
          <a:ext cx="0" cy="0"/>
          <a:chOff x="0" y="0"/>
          <a:chExt cx="0" cy="0"/>
        </a:xfrm>
      </p:grpSpPr>
      <p:pic>
        <p:nvPicPr>
          <p:cNvPr id="84" name="Google Shape;84;p17"/>
          <p:cNvPicPr preferRelativeResize="0"/>
          <p:nvPr/>
        </p:nvPicPr>
        <p:blipFill>
          <a:blip r:embed="rId3">
            <a:alphaModFix/>
          </a:blip>
          <a:stretch>
            <a:fillRect/>
          </a:stretch>
        </p:blipFill>
        <p:spPr>
          <a:xfrm>
            <a:off x="4670598" y="771775"/>
            <a:ext cx="2023796" cy="4191541"/>
          </a:xfrm>
          <a:prstGeom prst="rect">
            <a:avLst/>
          </a:prstGeom>
          <a:noFill/>
          <a:ln>
            <a:noFill/>
          </a:ln>
        </p:spPr>
      </p:pic>
      <p:pic>
        <p:nvPicPr>
          <p:cNvPr id="85" name="Google Shape;85;p17"/>
          <p:cNvPicPr preferRelativeResize="0"/>
          <p:nvPr/>
        </p:nvPicPr>
        <p:blipFill>
          <a:blip r:embed="rId4">
            <a:alphaModFix/>
          </a:blip>
          <a:stretch>
            <a:fillRect/>
          </a:stretch>
        </p:blipFill>
        <p:spPr>
          <a:xfrm>
            <a:off x="6803736" y="771775"/>
            <a:ext cx="1977936" cy="4191539"/>
          </a:xfrm>
          <a:prstGeom prst="rect">
            <a:avLst/>
          </a:prstGeom>
          <a:noFill/>
          <a:ln>
            <a:noFill/>
          </a:ln>
        </p:spPr>
      </p:pic>
      <p:sp>
        <p:nvSpPr>
          <p:cNvPr id="86" name="Google Shape;86;p17"/>
          <p:cNvSpPr txBox="1"/>
          <p:nvPr/>
        </p:nvSpPr>
        <p:spPr>
          <a:xfrm>
            <a:off x="2821400" y="182325"/>
            <a:ext cx="387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View and Edit Your Profile</a:t>
            </a:r>
            <a:endParaRPr b="1" sz="2000">
              <a:solidFill>
                <a:srgbClr val="D35400"/>
              </a:solidFill>
              <a:latin typeface="Georgia"/>
              <a:ea typeface="Georgia"/>
              <a:cs typeface="Georgia"/>
              <a:sym typeface="Georgia"/>
            </a:endParaRPr>
          </a:p>
        </p:txBody>
      </p:sp>
      <p:pic>
        <p:nvPicPr>
          <p:cNvPr id="87" name="Google Shape;87;p17"/>
          <p:cNvPicPr preferRelativeResize="0"/>
          <p:nvPr/>
        </p:nvPicPr>
        <p:blipFill>
          <a:blip r:embed="rId5">
            <a:alphaModFix/>
          </a:blip>
          <a:stretch>
            <a:fillRect/>
          </a:stretch>
        </p:blipFill>
        <p:spPr>
          <a:xfrm>
            <a:off x="373473" y="812442"/>
            <a:ext cx="2045075" cy="4148608"/>
          </a:xfrm>
          <a:prstGeom prst="rect">
            <a:avLst/>
          </a:prstGeom>
          <a:noFill/>
          <a:ln>
            <a:noFill/>
          </a:ln>
        </p:spPr>
      </p:pic>
      <p:pic>
        <p:nvPicPr>
          <p:cNvPr id="88" name="Google Shape;88;p17"/>
          <p:cNvPicPr preferRelativeResize="0"/>
          <p:nvPr/>
        </p:nvPicPr>
        <p:blipFill>
          <a:blip r:embed="rId6">
            <a:alphaModFix/>
          </a:blip>
          <a:stretch>
            <a:fillRect/>
          </a:stretch>
        </p:blipFill>
        <p:spPr>
          <a:xfrm>
            <a:off x="2497601" y="771780"/>
            <a:ext cx="2045075" cy="41915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92" name="Shape 92"/>
        <p:cNvGrpSpPr/>
        <p:nvPr/>
      </p:nvGrpSpPr>
      <p:grpSpPr>
        <a:xfrm>
          <a:off x="0" y="0"/>
          <a:ext cx="0" cy="0"/>
          <a:chOff x="0" y="0"/>
          <a:chExt cx="0" cy="0"/>
        </a:xfrm>
      </p:grpSpPr>
      <p:pic>
        <p:nvPicPr>
          <p:cNvPr id="93" name="Google Shape;93;p18"/>
          <p:cNvPicPr preferRelativeResize="0"/>
          <p:nvPr/>
        </p:nvPicPr>
        <p:blipFill>
          <a:blip r:embed="rId3">
            <a:alphaModFix/>
          </a:blip>
          <a:stretch>
            <a:fillRect/>
          </a:stretch>
        </p:blipFill>
        <p:spPr>
          <a:xfrm>
            <a:off x="1472114" y="674675"/>
            <a:ext cx="2064049" cy="4153300"/>
          </a:xfrm>
          <a:prstGeom prst="rect">
            <a:avLst/>
          </a:prstGeom>
          <a:noFill/>
          <a:ln>
            <a:noFill/>
          </a:ln>
        </p:spPr>
      </p:pic>
      <p:pic>
        <p:nvPicPr>
          <p:cNvPr id="94" name="Google Shape;94;p18"/>
          <p:cNvPicPr preferRelativeResize="0"/>
          <p:nvPr/>
        </p:nvPicPr>
        <p:blipFill>
          <a:blip r:embed="rId4">
            <a:alphaModFix/>
          </a:blip>
          <a:stretch>
            <a:fillRect/>
          </a:stretch>
        </p:blipFill>
        <p:spPr>
          <a:xfrm>
            <a:off x="3634810" y="674675"/>
            <a:ext cx="1996303" cy="4153300"/>
          </a:xfrm>
          <a:prstGeom prst="rect">
            <a:avLst/>
          </a:prstGeom>
          <a:noFill/>
          <a:ln>
            <a:noFill/>
          </a:ln>
        </p:spPr>
      </p:pic>
      <p:pic>
        <p:nvPicPr>
          <p:cNvPr id="95" name="Google Shape;95;p18"/>
          <p:cNvPicPr preferRelativeResize="0"/>
          <p:nvPr/>
        </p:nvPicPr>
        <p:blipFill>
          <a:blip r:embed="rId5">
            <a:alphaModFix/>
          </a:blip>
          <a:stretch>
            <a:fillRect/>
          </a:stretch>
        </p:blipFill>
        <p:spPr>
          <a:xfrm>
            <a:off x="5729762" y="674675"/>
            <a:ext cx="1942126" cy="4153300"/>
          </a:xfrm>
          <a:prstGeom prst="rect">
            <a:avLst/>
          </a:prstGeom>
          <a:noFill/>
          <a:ln>
            <a:noFill/>
          </a:ln>
        </p:spPr>
      </p:pic>
      <p:sp>
        <p:nvSpPr>
          <p:cNvPr id="96" name="Google Shape;96;p18"/>
          <p:cNvSpPr txBox="1"/>
          <p:nvPr/>
        </p:nvSpPr>
        <p:spPr>
          <a:xfrm>
            <a:off x="2502150" y="124759"/>
            <a:ext cx="4139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View and Edit Your Own Trips</a:t>
            </a:r>
            <a:endParaRPr b="1" sz="2000">
              <a:solidFill>
                <a:srgbClr val="D35400"/>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100" name="Shape 100"/>
        <p:cNvGrpSpPr/>
        <p:nvPr/>
      </p:nvGrpSpPr>
      <p:grpSpPr>
        <a:xfrm>
          <a:off x="0" y="0"/>
          <a:ext cx="0" cy="0"/>
          <a:chOff x="0" y="0"/>
          <a:chExt cx="0" cy="0"/>
        </a:xfrm>
      </p:grpSpPr>
      <p:pic>
        <p:nvPicPr>
          <p:cNvPr id="101" name="Google Shape;101;p19"/>
          <p:cNvPicPr preferRelativeResize="0"/>
          <p:nvPr/>
        </p:nvPicPr>
        <p:blipFill>
          <a:blip r:embed="rId3">
            <a:alphaModFix/>
          </a:blip>
          <a:stretch>
            <a:fillRect/>
          </a:stretch>
        </p:blipFill>
        <p:spPr>
          <a:xfrm>
            <a:off x="1596588" y="704750"/>
            <a:ext cx="1883099" cy="4024801"/>
          </a:xfrm>
          <a:prstGeom prst="rect">
            <a:avLst/>
          </a:prstGeom>
          <a:noFill/>
          <a:ln>
            <a:noFill/>
          </a:ln>
        </p:spPr>
      </p:pic>
      <p:pic>
        <p:nvPicPr>
          <p:cNvPr id="102" name="Google Shape;102;p19"/>
          <p:cNvPicPr preferRelativeResize="0"/>
          <p:nvPr/>
        </p:nvPicPr>
        <p:blipFill>
          <a:blip r:embed="rId4">
            <a:alphaModFix/>
          </a:blip>
          <a:stretch>
            <a:fillRect/>
          </a:stretch>
        </p:blipFill>
        <p:spPr>
          <a:xfrm>
            <a:off x="3621063" y="721465"/>
            <a:ext cx="1846500" cy="3991361"/>
          </a:xfrm>
          <a:prstGeom prst="rect">
            <a:avLst/>
          </a:prstGeom>
          <a:noFill/>
          <a:ln>
            <a:noFill/>
          </a:ln>
        </p:spPr>
      </p:pic>
      <p:pic>
        <p:nvPicPr>
          <p:cNvPr id="103" name="Google Shape;103;p19"/>
          <p:cNvPicPr preferRelativeResize="0"/>
          <p:nvPr/>
        </p:nvPicPr>
        <p:blipFill>
          <a:blip r:embed="rId5">
            <a:alphaModFix/>
          </a:blip>
          <a:stretch>
            <a:fillRect/>
          </a:stretch>
        </p:blipFill>
        <p:spPr>
          <a:xfrm>
            <a:off x="5608938" y="704749"/>
            <a:ext cx="1938475" cy="4024801"/>
          </a:xfrm>
          <a:prstGeom prst="rect">
            <a:avLst/>
          </a:prstGeom>
          <a:noFill/>
          <a:ln>
            <a:noFill/>
          </a:ln>
        </p:spPr>
      </p:pic>
      <p:sp>
        <p:nvSpPr>
          <p:cNvPr id="104" name="Google Shape;104;p19"/>
          <p:cNvSpPr txBox="1"/>
          <p:nvPr/>
        </p:nvSpPr>
        <p:spPr>
          <a:xfrm>
            <a:off x="2811675" y="153550"/>
            <a:ext cx="3621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Document Your Travels</a:t>
            </a:r>
            <a:endParaRPr b="1" sz="2000">
              <a:solidFill>
                <a:srgbClr val="D35400"/>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108"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200375" y="661000"/>
            <a:ext cx="2147450" cy="4374749"/>
          </a:xfrm>
          <a:prstGeom prst="rect">
            <a:avLst/>
          </a:prstGeom>
          <a:noFill/>
          <a:ln>
            <a:noFill/>
          </a:ln>
        </p:spPr>
      </p:pic>
      <p:pic>
        <p:nvPicPr>
          <p:cNvPr id="110" name="Google Shape;110;p20"/>
          <p:cNvPicPr preferRelativeResize="0"/>
          <p:nvPr/>
        </p:nvPicPr>
        <p:blipFill>
          <a:blip r:embed="rId4">
            <a:alphaModFix/>
          </a:blip>
          <a:stretch>
            <a:fillRect/>
          </a:stretch>
        </p:blipFill>
        <p:spPr>
          <a:xfrm>
            <a:off x="2430451" y="644225"/>
            <a:ext cx="2147450" cy="4391513"/>
          </a:xfrm>
          <a:prstGeom prst="rect">
            <a:avLst/>
          </a:prstGeom>
          <a:noFill/>
          <a:ln>
            <a:noFill/>
          </a:ln>
        </p:spPr>
      </p:pic>
      <p:pic>
        <p:nvPicPr>
          <p:cNvPr id="111" name="Google Shape;111;p20"/>
          <p:cNvPicPr preferRelativeResize="0"/>
          <p:nvPr/>
        </p:nvPicPr>
        <p:blipFill>
          <a:blip r:embed="rId5">
            <a:alphaModFix/>
          </a:blip>
          <a:stretch>
            <a:fillRect/>
          </a:stretch>
        </p:blipFill>
        <p:spPr>
          <a:xfrm>
            <a:off x="4660525" y="644225"/>
            <a:ext cx="1999898" cy="4391525"/>
          </a:xfrm>
          <a:prstGeom prst="rect">
            <a:avLst/>
          </a:prstGeom>
          <a:noFill/>
          <a:ln>
            <a:noFill/>
          </a:ln>
        </p:spPr>
      </p:pic>
      <p:pic>
        <p:nvPicPr>
          <p:cNvPr id="112" name="Google Shape;112;p20"/>
          <p:cNvPicPr preferRelativeResize="0"/>
          <p:nvPr/>
        </p:nvPicPr>
        <p:blipFill>
          <a:blip r:embed="rId6">
            <a:alphaModFix/>
          </a:blip>
          <a:stretch>
            <a:fillRect/>
          </a:stretch>
        </p:blipFill>
        <p:spPr>
          <a:xfrm>
            <a:off x="6743050" y="652613"/>
            <a:ext cx="2098625" cy="4374750"/>
          </a:xfrm>
          <a:prstGeom prst="rect">
            <a:avLst/>
          </a:prstGeom>
          <a:noFill/>
          <a:ln>
            <a:noFill/>
          </a:ln>
        </p:spPr>
      </p:pic>
      <p:sp>
        <p:nvSpPr>
          <p:cNvPr id="113" name="Google Shape;113;p20"/>
          <p:cNvSpPr txBox="1"/>
          <p:nvPr/>
        </p:nvSpPr>
        <p:spPr>
          <a:xfrm>
            <a:off x="2684700" y="95050"/>
            <a:ext cx="377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D35400"/>
                </a:solidFill>
                <a:latin typeface="Georgia"/>
                <a:ea typeface="Georgia"/>
                <a:cs typeface="Georgia"/>
                <a:sym typeface="Georgia"/>
              </a:rPr>
              <a:t>View Other People’s Trips</a:t>
            </a:r>
            <a:endParaRPr b="1" sz="2000">
              <a:solidFill>
                <a:srgbClr val="D35400"/>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117" name="Shape 117"/>
        <p:cNvGrpSpPr/>
        <p:nvPr/>
      </p:nvGrpSpPr>
      <p:grpSpPr>
        <a:xfrm>
          <a:off x="0" y="0"/>
          <a:ext cx="0" cy="0"/>
          <a:chOff x="0" y="0"/>
          <a:chExt cx="0" cy="0"/>
        </a:xfrm>
      </p:grpSpPr>
      <p:sp>
        <p:nvSpPr>
          <p:cNvPr id="118" name="Google Shape;118;p21"/>
          <p:cNvSpPr txBox="1"/>
          <p:nvPr/>
        </p:nvSpPr>
        <p:spPr>
          <a:xfrm>
            <a:off x="647125" y="1026475"/>
            <a:ext cx="72189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Future goals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Potential for expansion with features like a global map with pin drops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Our app is heavily based in the idea of unity so having a feature in the future to connect people who want to plan similar trips and allow them to plan together could be a cool way to expand</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better support for our friend feature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way to view list of friends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friends and explore could be expanded on</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122" name="Shape 122"/>
        <p:cNvGrpSpPr/>
        <p:nvPr/>
      </p:nvGrpSpPr>
      <p:grpSpPr>
        <a:xfrm>
          <a:off x="0" y="0"/>
          <a:ext cx="0" cy="0"/>
          <a:chOff x="0" y="0"/>
          <a:chExt cx="0" cy="0"/>
        </a:xfrm>
      </p:grpSpPr>
      <p:sp>
        <p:nvSpPr>
          <p:cNvPr id="123" name="Google Shape;123;p22"/>
          <p:cNvSpPr txBox="1"/>
          <p:nvPr/>
        </p:nvSpPr>
        <p:spPr>
          <a:xfrm>
            <a:off x="647125" y="1026475"/>
            <a:ext cx="72189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Specific difficulties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as a group we had a bit of technical trouble figuring out some of the intricacies of github and ensuring we didn’t have conflicting code, duplicate code, or accidental overwritten code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working across multiple platforms with multiple people and accounts to manage was also a learning curve</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5E6"/>
        </a:solidFill>
      </p:bgPr>
    </p:bg>
    <p:spTree>
      <p:nvGrpSpPr>
        <p:cNvPr id="127" name="Shape 127"/>
        <p:cNvGrpSpPr/>
        <p:nvPr/>
      </p:nvGrpSpPr>
      <p:grpSpPr>
        <a:xfrm>
          <a:off x="0" y="0"/>
          <a:ext cx="0" cy="0"/>
          <a:chOff x="0" y="0"/>
          <a:chExt cx="0" cy="0"/>
        </a:xfrm>
      </p:grpSpPr>
      <p:sp>
        <p:nvSpPr>
          <p:cNvPr id="128" name="Google Shape;128;p23"/>
          <p:cNvSpPr txBox="1"/>
          <p:nvPr/>
        </p:nvSpPr>
        <p:spPr>
          <a:xfrm>
            <a:off x="635975" y="792175"/>
            <a:ext cx="7877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We think that while at times coordinating details as a group with </a:t>
            </a:r>
            <a:r>
              <a:rPr lang="en" sz="1800">
                <a:solidFill>
                  <a:schemeClr val="dk2"/>
                </a:solidFill>
              </a:rPr>
              <a:t>everyone's</a:t>
            </a:r>
            <a:r>
              <a:rPr lang="en" sz="1800">
                <a:solidFill>
                  <a:schemeClr val="dk2"/>
                </a:solidFill>
              </a:rPr>
              <a:t> differing schedules was a challenge the project was truly a collaborative effort and a great experience. We all participated in little things down to voting on the name and logo details. We had a great time putting together this app and a lot of fun with the open endedness of the assignment and how much it lent itself to creative design choices. We also picked up a lot of new skills through the process of creating the app.</a:t>
            </a:r>
            <a:endParaRPr sz="1800">
              <a:solidFill>
                <a:schemeClr val="dk2"/>
              </a:solidFill>
            </a:endParaRPr>
          </a:p>
        </p:txBody>
      </p:sp>
      <p:sp>
        <p:nvSpPr>
          <p:cNvPr id="129" name="Google Shape;129;p23"/>
          <p:cNvSpPr txBox="1"/>
          <p:nvPr/>
        </p:nvSpPr>
        <p:spPr>
          <a:xfrm>
            <a:off x="635975" y="390500"/>
            <a:ext cx="642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overall experience</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